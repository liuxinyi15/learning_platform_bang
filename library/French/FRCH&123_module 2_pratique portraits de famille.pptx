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b56f0d8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fb56f0d8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32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800">
                <a:solidFill>
                  <a:schemeClr val="dk1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4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800">
                <a:solidFill>
                  <a:srgbClr val="3F3F3F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600">
                <a:solidFill>
                  <a:srgbClr val="3F3F3F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32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800">
                <a:solidFill>
                  <a:schemeClr val="dk1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4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32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800">
                <a:solidFill>
                  <a:schemeClr val="dk1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4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Portraits de famille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288025"/>
            <a:ext cx="6400800" cy="26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Instructions: in your group, pick one person from the picture and describe what they’re wearing. See how quickly others can guess who your person is!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1197586" y="6101483"/>
            <a:ext cx="638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Studio family portrait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Photo credit: Brandon Kunefke. CC BY-NC-ND.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850" y="95875"/>
            <a:ext cx="7212301" cy="58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1958816" y="6207663"/>
            <a:ext cx="4314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Studio portrait of a large, multigenerational family.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http://emmalkingfoundation.org/home/?page_id=683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685800"/>
            <a:ext cx="744855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2033206" y="6400800"/>
            <a:ext cx="409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Studio portrait of a large, multigenerational family.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 http://www.csupomona.edu/~jsmio/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24508"/>
            <a:ext cx="8172450" cy="5495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